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irline-resolution-agent-vxpt.vercel.app/" TargetMode="External"/><Relationship Id="rId2" Type="http://schemas.openxmlformats.org/officeDocument/2006/relationships/hyperlink" Target="https://github.com/nikukaushik001/airline-resolution-age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irline-resolution-agent-vxpt.vercel.app/" TargetMode="External"/><Relationship Id="rId2" Type="http://schemas.openxmlformats.org/officeDocument/2006/relationships/hyperlink" Target="https://github.com/nikukaushik001/airline-resolution-age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12700">
            <a:solidFill>
              <a:srgbClr val="3E5C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 |  AGENTIC AI FACTORY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Disruption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Agent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policy-enforced, audit-logged AI agent for cancellations, delays, and disruption compensation — built with a deterministic rules engine so the LLM never makes a policy call on its own.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Nikunj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100" u="sng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airline-resolution-agent-vxpt.vercel.app</a:t>
            </a:r>
            <a:pPr indent="0" marL="0">
              <a:buNone/>
            </a:pPr>
            <a:r>
              <a:rPr lang="en-US" sz="11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GitHub: </a:t>
            </a:r>
            <a:pPr indent="0" marL="0">
              <a:buNone/>
            </a:pPr>
            <a:r>
              <a:rPr lang="en-US" sz="1100" u="sng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github.com/nikukaushik001/airline-resolution-agent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24160" y="640080"/>
            <a:ext cx="1097280" cy="1097280"/>
          </a:xfrm>
          <a:prstGeom prst="ellipse">
            <a:avLst/>
          </a:prstGeom>
          <a:solidFill>
            <a:srgbClr val="1233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disruption support sits at a hard intersection: customers are stressed, policy is precise, and a single wrong promise costs real money.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87068" y="2423160"/>
            <a:ext cx="512064" cy="51206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8706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089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Emotional, unpredictable input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74904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arrive frustrated, mid-conversation demands shift, and tone must be read correctly to respond well.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2148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9140" y="2423160"/>
            <a:ext cx="512064" cy="512064"/>
          </a:xfrm>
          <a:prstGeom prst="ellipse">
            <a:avLst/>
          </a:prstGeom>
          <a:solidFill>
            <a:srgbClr val="3E5C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49140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31089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tiered policy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4904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depends on exact delay thresholds (3h / 5h) and exact rupee caps (₹1,500) — no room for approximation.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2148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11212" y="2423160"/>
            <a:ext cx="512064" cy="512064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11212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31089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boundaries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374904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requests are legitimate; others are out-of-policy and must be escalated, never approved, however reasonable they sound.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21488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73284" y="2423160"/>
            <a:ext cx="512064" cy="512064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73284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31089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accountability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3749040"/>
            <a:ext cx="22037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taken needs a traceable reason — this is a regulated, money-moving interaction, not casual chat.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against the assignment's required behaviors — nothing added, nothing skipped.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5564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customer's intent from free-text messages (status check, refund, rebook, compensation demand)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432304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5915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only necessary follow-up questions — no unnecessary friction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35808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6265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exact policy data supplied: cancellation, delay tiers, refund, fare-difference, loyalty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39312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6616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or executes the correct next action automatically (rebook, refund, voucher, lounge, hotel)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42816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6966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 angry or legally-charged customer with calm, natural, non-repetitive empathy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77316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the moment a request exceeds its authority — and never invents a reason for doing 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449824"/>
            <a:ext cx="310896" cy="310896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3766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 complete, timestamped conversation + action record for every session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182880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0" y="2057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2606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172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scenarios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Prohibited-action guardrails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4892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5458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decisions from rules engine, not LLM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 Gated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decides policy. It only extracts intent and phrases the rules engine's decision.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3E5C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20240"/>
            <a:ext cx="384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98648" y="19202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3E5C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4368" y="192024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Intent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1920240"/>
            <a:ext cx="384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57216" y="19202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2A9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02936" y="192024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 Gate)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920240"/>
            <a:ext cx="384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15784" y="19202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3E5C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61504" y="192024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Response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90304" y="1920240"/>
            <a:ext cx="3840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74352" y="19202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3FA7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0072" y="192024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57216" y="34290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9050">
            <a:solidFill>
              <a:srgbClr val="F2A9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48656" y="347472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authority on eligibility, compensation &amp; escalation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4476" y="3108960"/>
            <a:ext cx="0" cy="320040"/>
          </a:xfrm>
          <a:prstGeom prst="line">
            <a:avLst/>
          </a:prstGeom>
          <a:noFill/>
          <a:ln w="19050">
            <a:solidFill>
              <a:srgbClr val="F2A93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split: early testing showed an ungated LLM will approve a plausible-sounding but out-of-policy request (e.g. a free upgrade “for the trouble”). Gating every action behind deterministic rules — and letting the LLM only phrase the outcome — closed that gap.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Enforcement — The Rules Engine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hardcoded, unit-tested function — never LLM judgment.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13232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28800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Airline-caused → free rebook within 24h, OR full refund. Customer's choice.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10881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7860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Tiers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578608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&lt;3h: meal voucher  •  &gt;3h: + lounge  •  &gt;5h: + hotel (delayed hours only, not full night)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10881360" cy="713232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2841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328416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 within 7 business days — original payment method only, no exceptions.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10881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7822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Difference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078224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upgrade → customer pays difference. Agent cannot waive above ₹1,500.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881360" cy="713232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2803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828032"/>
            <a:ext cx="8092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Gold/Platinum get priority rebooking access only — never extra compensation.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What It Can't 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never escalates isn't safe — it's just confidently wrong.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0315C"/>
          </a:solidFill>
          <a:ln w="19050">
            <a:solidFill>
              <a:srgbClr val="3FA7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3FA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Rebook on next available flight within 24h (airline-caused)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meal vouchers &amp; lounge access per delay tier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661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Arrange hotel for the delayed-hours portion only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605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Initiate refunds for airline-caused cancellations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548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the customer's own booking &amp; flight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0315C"/>
          </a:solidFill>
          <a:ln w="19050">
            <a:solidFill>
              <a:srgbClr val="D64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874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ESCALATE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774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compensation beyond stated policy amounts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Waiving a fare difference above ₹1,500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566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Exceptions for non-airline-caused disruptions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1605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Threats of legal action or formal complaints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7548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Refunds to a different payment method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Testing Actually Caught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found by running the scenarios end-to-end, not just reading the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75488" cy="47548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64792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approved an out-of-policy upgrade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57400"/>
            <a:ext cx="969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agreed to a free business-class upgrade “for the trouble.” Fixed by forcing every action through the rules-engine gate before the LLM can describe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80944"/>
            <a:ext cx="475488" cy="475488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825496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failures mid-conversation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18104"/>
            <a:ext cx="969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testing hit Groq free-tier limits, causing a broken “having trouble connecting” reply. Fixed with 429-aware backoff, a loading sequence, and input debounce.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813048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41648"/>
            <a:ext cx="475488" cy="475488"/>
          </a:xfrm>
          <a:prstGeom prst="ellipse">
            <a:avLst/>
          </a:prstGeom>
          <a:solidFill>
            <a:srgbClr val="3E5C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862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policy detail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78808"/>
            <a:ext cx="969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invented a fake “8-hour” threshold that doesn't exist. Fixed by forcing the LLM to use only the exact reason string from the rules engine — nothing invented.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873752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02352"/>
            <a:ext cx="475488" cy="475488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02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46904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Robotic, third-person phrasing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239512"/>
            <a:ext cx="969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 above, responses briefly echoed internal reason text verbatim (“Customer has threatened...”). Fixed by requiring natural, first-person rephrasing grounded in the same facts.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Scenarios, Fully Verified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9516" y="1463040"/>
            <a:ext cx="3383280" cy="4297680"/>
          </a:xfrm>
          <a:prstGeom prst="roundRect">
            <a:avLst>
              <a:gd name="adj" fmla="val 2432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9516" y="1463040"/>
            <a:ext cx="3383280" cy="914400"/>
          </a:xfrm>
          <a:prstGeom prst="rect">
            <a:avLst/>
          </a:prstGeom>
          <a:solidFill>
            <a:srgbClr val="3E5C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2396" y="15727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82396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SK4821X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28116" y="26060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cancelled. Refund + rebook processed correctly. Upgrade “for the trouble” and legal threat both correctly escalated.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16836" y="4983480"/>
            <a:ext cx="548640" cy="548640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1683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02836" y="1463040"/>
            <a:ext cx="3383280" cy="4297680"/>
          </a:xfrm>
          <a:prstGeom prst="roundRect">
            <a:avLst>
              <a:gd name="adj" fmla="val 2432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1463040"/>
            <a:ext cx="3383280" cy="914400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5716" y="15727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Arvind Kulkarni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85716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TR1190B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31436" y="26060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delay. Meal voucher + lounge access granted; hotel request correctly denied — threshold is &gt;5h, not 4h.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20156" y="4983480"/>
            <a:ext cx="548640" cy="548640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2015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06156" y="1463040"/>
            <a:ext cx="3383280" cy="4297680"/>
          </a:xfrm>
          <a:prstGeom prst="roundRect">
            <a:avLst>
              <a:gd name="adj" fmla="val 2432"/>
            </a:avLst>
          </a:prstGeom>
          <a:solidFill>
            <a:srgbClr val="F6F8FB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C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6156" y="1463040"/>
            <a:ext cx="3383280" cy="914400"/>
          </a:xfrm>
          <a:prstGeom prst="rect">
            <a:avLst/>
          </a:prstGeom>
          <a:solidFill>
            <a:srgbClr val="3FA7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89036" y="15727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 Kaur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89036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· WL7742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334756" y="26060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delay. Hotel granted for delayed hours only (not full night). ₹2,000 fare waiver escalated — tier does not override the ₹1,500 cap.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23476" y="4983480"/>
            <a:ext cx="548640" cy="548640"/>
          </a:xfrm>
          <a:prstGeom prst="ellipse">
            <a:avLst/>
          </a:prstGeom>
          <a:solidFill>
            <a:srgbClr val="3FA7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23476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AI Tools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Router), React, Tailwind CSS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(Node.js)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Runtime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 3.3 70B Versatile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TypeScript functions, unit-tested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0" cy="402336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How They Were Used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6916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9339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the data pack, designed the gated architecture, wrote the build spec, and diagnosed every bug from live testing screenshots.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770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0723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the full application: chat UI, rules engine, Groq integration, audit log, and every bug fix.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8496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15137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LLM — restricted to intent extraction and response phrasing only, never policy decisions.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Agentic AI Factory — Assignment 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Thoughts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alone will approve a plausible-sounding request — policy must be gated by deterministic code, not prompted around.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2316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bugs that matter most surface only under live, natural-pace testing — not by reading the 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918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audit trail isn't a nice-to-have for this use case — it's the actual deliverable a compliance-minded reviewer cares about.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10515600" cy="0"/>
          </a:xfrm>
          <a:prstGeom prst="line">
            <a:avLst/>
          </a:prstGeom>
          <a:noFill/>
          <a:ln w="12700">
            <a:solidFill>
              <a:srgbClr val="3E5C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300" u="sng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airline-resolution-agent-vxpt.vercel.app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300" u="sng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github.com/nikukaushik001/airline-resolution-agent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(Drive):  [add your video link here]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2026-09-20T16:16:05Z</dcterms:created>
  <dcterms:modified xsi:type="dcterms:W3CDTF">2026-09-20T16:16:05Z</dcterms:modified>
</cp:coreProperties>
</file>